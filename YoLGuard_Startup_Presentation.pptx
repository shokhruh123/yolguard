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Представься и команду (имена!). Один слайд — один тезис: что это и для кого. Дальше — по таймингу.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секунд: только имена и кто за что отвечает. Без биографий.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покажи карту выступления. Жюри любит 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говори про людей, а не технологии. Узбекистан и ТУИТ упомянуть обязательно.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минуты: покажи живой флоу на телефоне/экране. Подчеркни, что подтверждает человек, а не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не ври, что уже используешь. Говори: направление выбрано, интеграция расписана, интерфейс готов.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секунд: цифры только честные. Нет пользователей — говори про пилот и метрику.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что дальше и что просишь. Конкретно.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Уложиться в 5:00. Дальше 2 минуты вопросов: отвечай коротко и честно, «не знаем» — нормально.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5:00 + 2:00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Ассистент при ДТП любой тяжести: фото → разбор ИИ → решение сотрудника.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B2G: полиция и частные компании, регистрирующие ДТП.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Команда: [имена — вписать]  •  MVP готов, демо живое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Команда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1 — разработчик: backend, ИИ-интеграция]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2 — разработчик: mobile, frontend]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Вписать реальные имена и роли до выступления!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План — 5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Проблема: у кого она и почему это важно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1:30 — Наше решение и как оно работает (демо)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Технологии Huawei, которые используем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0:40 — Эффект, пользователи, следующие шаги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0:20 — Команда и что нужно от менторов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Водитель после ДТП в стрессе: не знает, что делать и как оформлять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Ошибка в оформлении = отказ страховой; полоса занята = пробки и повторные ДТП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Процесс бумажный: ожидание наряда часами даже по простому случаю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Для Узбекистана: рост автопарка, Европротокол почти не используется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проблема и актуальность — 20 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Триаж за 30 секунд → фото/видео/голос → ИИ разбирает сам (Gemini: текст, номера, тяжесть, схема-дорога)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Красный случай ждёт только сотрудника; решение письмом приходит водителю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Сотрудник — только десктоп-панель: досье, 2 кнопки, страховой пакет с sha256-цепочкой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Отличие от аналогов: Госуслуги Авто (РФ) и Европротокол (KZ) — без ИИ; Tractable/Ravin — B2B-инструменты страховых без флоу водитель→сотрудник; в Узбекистане прямого аналога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ЖИВОЕ ДЕМО: SOS → фото → разбор ИИ → вердикт (MVP: Android, API, EXE, 45 тестов)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инновационность — 20 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Технологии Huawei —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СЕЙЧАС: свой стек (FastAPI + SQLite/MongoDB) — работает офлайн от вендора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ПЛАН: HMS Push Kit — пуши о вердикте вместо polling; Map Kit — карта ДТП и GPS-координаты уже собираем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ПЛАН: AppGallery — дистрибуция APK; Huawei Cloud — хостинг API и MongoDB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4F1EA"/>
                </a:solidFill>
              </a:defRPr>
            </a:pPr>
            <a:r>
              <a:t>• Реализуемо за недели: push-интерфейс уже абстрагирован (сервис push.py + SW)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технологии Huawei и реализуемость — 20 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Эффект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Фиксация водителем — около 5 минут (триаж 30 сек + фото + ИИ), дальше полоса свободна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Метрика уже считается: время до освобождения полосы (cleared_lane_at в базе)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Пилот: ГАИ/страховая одного района → вся страна (B2G-масштабирование)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Пользователи: водители, сотрудники ДПС, страховщики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эффект и масштабируемость — 15 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Пилот с университетом/страховой, OCR номеров, оценка ущерба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Нужно от менторов: доступ к экспертизе ГАИ/страховых + грант на пилот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Вопросы —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Спасибо!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Yo‘lGuard AI — спокойствие на дороге.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Контакты: [телефон / Telegram]  •  Демо и код: github.com/shokhruh123/yolguard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вопросы — понимание идеи — 10 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