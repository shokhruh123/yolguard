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4F1EA"/>
                </a:solidFill>
              </a:defRPr>
            </a:pPr>
            <a:r>
              <a:t>Yo‘lGuard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Mayda yo‘l-transport hodisalari uchun smartfon-assistent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Suratga oldingiz — sun’iy intellekt tahlil qiladi — mutaxassis qaror beradi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MVP tayyor: Android ilova  •  backend API  •  mutaxassis paneli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Muammo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Mayda YTH dan keyin haydovchi stressda: nima qilishni bilmaydi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Noto‘g‘ri rasmiylashtirish — sug‘urta to‘lovining rad etilishiga olib keladi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Polosa band bo‘lib qoladi — tirbandlik va ikkilamchi hodisalar xavfi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Mavjud jarayon qog‘ozbozlik va uzoq kutishga asoslangan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Yechim — 4 qadam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1. Triage: 6 ta oddiy savolga javob — 30 soniya (Yevroprotokol shartlari)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2. Foto: 6 turdagi surat — umumiy plan, ikkala avto, raqamlar, shikast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3. AI tahlil: hodisa chizmasi qoralamasi + tavsif + keyingi qadamlar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4. Mutaxassis: 2 tugmadan biri bilan qaror — javob ilovaga keladi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Qanday ishlaydi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Deterministik qoidalar (LLM emas): green — avtomatik, yellow — tekshiruv, red — naryad chiqadi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Haydovchi sxemani tasdiqlaydi (bitta tasdiq yetadi); ikkinchi haydovchi kod bilan ixtiyoriy ulanadi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Tasdiqdan keyin mutaxassis sug‘urta paketini yig‘adi (sha256 zanjirli dalillar)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Maqsad-metrika: polosa bo‘shaguncha bo‘lgan vaqt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Sun’iy intellekt — halol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Gemini vision: fotodagi transport, urilish joyi, shikast tavsifi, ehtimoliy ssenariy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Jabrlanganlar sonini AI o‘ylab topmaydi — faqat haydovchi kiritgan triage dan olinadi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Chizma — mutaxassis uchun qoralama, yuridik fakt 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Kalit bo‘lmasa yoki API ishlamasa — halol evristik fallback (aldamaydi)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Texnologiyalar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Backend: FastAPI (Python), JWT + PBKDF2, RBAC rollar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SQL (users, hodisalar, ishtirokchilar, dalillar) + MongoDB (AI tarixi, audit)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Fayllar: magic-bytes tekshiruv, 10 MB limit, EXIF GPS, JWT bilan himoyalangan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Android WebView ilova + desktop mutaxassis paneli  •  33 ta avtomatik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4F1EA"/>
                </a:solidFill>
              </a:defRPr>
            </a:pPr>
            <a:r>
              <a:t>MVP holati — nimalar tayyor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Android APK: stress-holatga mos oddiy interfeys (SOS ekran, 4 qadamli usta)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Backend API: 20+ endpoint, Postman kolleksiya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Mutaxassis paneli: statistika, filtrlar, dosye, 3 xil verdikt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Hujjat: o‘rnatish va arxitektura bo‘yicha to‘liq qo‘llanma (DOCX)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Keyingi qadamlar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Universitet qoshida pilot: real haydovchilarda sinov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Sug‘urta kompaniyalari va GAI bilan integratsiya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Foto sifati nazorati va takroriy ishlov (AI qayta tahlil)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iOS / PWA versiya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4F1EA"/>
                </a:solidFill>
              </a:defRPr>
            </a:pPr>
            <a:r>
              <a:t>Bizga nima kerak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Moliyaviy yordam / grant — pilot va server xarajatlari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Mentorlik — sug‘urta va huquqiy soha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F4F1EA"/>
                </a:solidFill>
              </a:defRPr>
            </a:pPr>
            <a:r>
              <a:t>• Investorlar bilan bog‘lanish — masshtablash uchun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64008"/>
          </a:xfrm>
          <a:prstGeom prst="rect">
            <a:avLst/>
          </a:prstGeom>
          <a:solidFill>
            <a:srgbClr val="F5A5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4F1EA"/>
                </a:solidFill>
              </a:defRPr>
            </a:pPr>
            <a:r>
              <a:t>Rahmat!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Yo‘lGuard AI — yo‘lda xotirjamlik uchun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9B968C"/>
                </a:solidFill>
              </a:defRPr>
            </a:pPr>
            <a:r>
              <a:t>Demo MVP ko‘rsatishga tayyor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B968C"/>
                </a:solidFill>
              </a:defRPr>
            </a:pPr>
            <a:r>
              <a:t>Yo‘lGuard AI  •  MVP tayyor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