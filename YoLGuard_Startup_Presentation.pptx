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0:00. Представься и команду (имена!). Один слайд — один тезис: что это и для кого. Дальше — по таймингу.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 секунд: только имена и кто за что отвечает. Без биографий.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 секунд: покажи карту выступления. Жюри любит структуру.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 минута: говори про людей, а не технологии. Узбекистан и ТУИТ упомянуть обязательно.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1,5 минуты: покажи живой флоу на телефоне/экране. Подчеркни, что подтверждает человек, а не 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 минута: не ври, что уже используешь. Говори: направление выбрано, интеграция расписана, интерфейс готов.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40 секунд: цифры только честные. Нет пользователей — говори про пилот и метрику.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 секунд: что дальше и что просишь. Конкретно.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Уложиться в 5:00. Дальше 2 минуты вопросов: отвечай коротко и честно, «не знаем» — нормально.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57200"/>
            <a:ext cx="822960" cy="64008"/>
          </a:xfrm>
          <a:prstGeom prst="rect">
            <a:avLst/>
          </a:prstGeom>
          <a:solidFill>
            <a:srgbClr val="F5A5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332720" y="320040"/>
            <a:ext cx="1188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5A524"/>
                </a:solidFill>
              </a:defRPr>
            </a:pPr>
            <a:r>
              <a:t>5:00 + 2:00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F4F1EA"/>
                </a:solidFill>
              </a:defRPr>
            </a:pPr>
            <a:r>
              <a:t>Yo‘lGuard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400">
                <a:solidFill>
                  <a:srgbClr val="9B968C"/>
                </a:solidFill>
              </a:defRPr>
            </a:pPr>
            <a:r>
              <a:t>Ассистент при ДТП любой тяжести: фото → разбор ИИ → решение сотрудника.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803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400">
                <a:solidFill>
                  <a:srgbClr val="9B968C"/>
                </a:solidFill>
              </a:defRPr>
            </a:pPr>
            <a:r>
              <a:t>B2G: полиция и частные компании, регистрирующие ДТП.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5661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400">
                <a:solidFill>
                  <a:srgbClr val="9B968C"/>
                </a:solidFill>
              </a:defRPr>
            </a:pPr>
            <a:r>
              <a:t>Команда: [имена — вписать]  •  MVP готов, демо живое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09360"/>
            <a:ext cx="10881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B968C"/>
                </a:solidFill>
              </a:defRPr>
            </a:pPr>
            <a:r>
              <a:t>TUIT x Huawei ICT Ideathon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57200"/>
            <a:ext cx="822960" cy="64008"/>
          </a:xfrm>
          <a:prstGeom prst="rect">
            <a:avLst/>
          </a:prstGeom>
          <a:solidFill>
            <a:srgbClr val="F5A5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332720" y="320040"/>
            <a:ext cx="1188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5A524"/>
                </a:solidFill>
              </a:defRPr>
            </a:pPr>
            <a:r>
              <a:t>~0:10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4F1EA"/>
                </a:solidFill>
              </a:defRPr>
            </a:pPr>
            <a:r>
              <a:t>Команда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F4F1EA"/>
                </a:solidFill>
              </a:defRPr>
            </a:pPr>
            <a:r>
              <a:t>• [Имя 1 — разработчик: backend, ИИ-интеграция]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803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F4F1EA"/>
                </a:solidFill>
              </a:defRPr>
            </a:pPr>
            <a:r>
              <a:t>• [Имя 2 — разработчик: mobile, frontend]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5661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F4F1EA"/>
                </a:solidFill>
              </a:defRPr>
            </a:pPr>
            <a:r>
              <a:t>• Вписать реальные имена и роли до выступления!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09360"/>
            <a:ext cx="10881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B968C"/>
                </a:solidFill>
              </a:defRPr>
            </a:pPr>
            <a:r>
              <a:t>TUIT x Huawei ICT Ideathon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57200"/>
            <a:ext cx="822960" cy="64008"/>
          </a:xfrm>
          <a:prstGeom prst="rect">
            <a:avLst/>
          </a:prstGeom>
          <a:solidFill>
            <a:srgbClr val="F5A5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332720" y="320040"/>
            <a:ext cx="1188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5A524"/>
                </a:solidFill>
              </a:defRPr>
            </a:pPr>
            <a:r>
              <a:t>~0:20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4F1EA"/>
                </a:solidFill>
              </a:defRPr>
            </a:pPr>
            <a:r>
              <a:t>План — 5 минут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100">
                <a:solidFill>
                  <a:srgbClr val="F4F1EA"/>
                </a:solidFill>
              </a:defRPr>
            </a:pPr>
            <a:r>
              <a:t>• 1:00 — Проблема: у кого она и почему это важно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974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100">
                <a:solidFill>
                  <a:srgbClr val="F4F1EA"/>
                </a:solidFill>
              </a:defRPr>
            </a:pPr>
            <a:r>
              <a:t>• 1:30 — Наше решение и как оно работает (демо)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3832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100">
                <a:solidFill>
                  <a:srgbClr val="F4F1EA"/>
                </a:solidFill>
              </a:defRPr>
            </a:pPr>
            <a:r>
              <a:t>• 1:00 — Технологии Huawei, которые используем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0690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100">
                <a:solidFill>
                  <a:srgbClr val="F4F1EA"/>
                </a:solidFill>
              </a:defRPr>
            </a:pPr>
            <a:r>
              <a:t>• 0:40 — Эффект, пользователи, следующие шаги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548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100">
                <a:solidFill>
                  <a:srgbClr val="F4F1EA"/>
                </a:solidFill>
              </a:defRPr>
            </a:pPr>
            <a:r>
              <a:t>• 0:20 — Команда и что нужно от менторов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09360"/>
            <a:ext cx="10881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B968C"/>
                </a:solidFill>
              </a:defRPr>
            </a:pPr>
            <a:r>
              <a:t>TUIT x Huawei ICT Ideathon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57200"/>
            <a:ext cx="822960" cy="64008"/>
          </a:xfrm>
          <a:prstGeom prst="rect">
            <a:avLst/>
          </a:prstGeom>
          <a:solidFill>
            <a:srgbClr val="F5A5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332720" y="320040"/>
            <a:ext cx="1188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5A524"/>
                </a:solidFill>
              </a:defRPr>
            </a:pPr>
            <a:r>
              <a:t>~1:00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4F1EA"/>
                </a:solidFill>
              </a:defRPr>
            </a:pPr>
            <a:r>
              <a:t>Проблема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031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100">
                <a:solidFill>
                  <a:srgbClr val="F4F1EA"/>
                </a:solidFill>
              </a:defRPr>
            </a:pPr>
            <a:r>
              <a:t>• Водитель после ДТП в стрессе: не знает, что делать и как оформлять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889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100">
                <a:solidFill>
                  <a:srgbClr val="F4F1EA"/>
                </a:solidFill>
              </a:defRPr>
            </a:pPr>
            <a:r>
              <a:t>• Ошибка в оформлении = отказ страховой; полоса занята = пробки и повторные ДТП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4747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100">
                <a:solidFill>
                  <a:srgbClr val="F4F1EA"/>
                </a:solidFill>
              </a:defRPr>
            </a:pPr>
            <a:r>
              <a:t>• Процесс бумажный: ожидание наряда часами даже по простому случаю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1605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100">
                <a:solidFill>
                  <a:srgbClr val="F4F1EA"/>
                </a:solidFill>
              </a:defRPr>
            </a:pPr>
            <a:r>
              <a:t>• Для Узбекистана: рост автопарка, Европротокол почти не используется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09360"/>
            <a:ext cx="10881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B968C"/>
                </a:solidFill>
              </a:defRPr>
            </a:pPr>
            <a:r>
              <a:t>Критерий: проблема и актуальность — 20 б.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57200"/>
            <a:ext cx="822960" cy="64008"/>
          </a:xfrm>
          <a:prstGeom prst="rect">
            <a:avLst/>
          </a:prstGeom>
          <a:solidFill>
            <a:srgbClr val="F5A5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332720" y="320040"/>
            <a:ext cx="1188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5A524"/>
                </a:solidFill>
              </a:defRPr>
            </a:pPr>
            <a:r>
              <a:t>~1:30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4F1EA"/>
                </a:solidFill>
              </a:defRPr>
            </a:pPr>
            <a:r>
              <a:t>Решение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031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F4F1EA"/>
                </a:solidFill>
              </a:defRPr>
            </a:pPr>
            <a:r>
              <a:t>• Триаж за 30 секунд → фото/видео/голос → ИИ разбирает сам (Gemini: текст, номера, тяжесть, схема-дорога)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1089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F4F1EA"/>
                </a:solidFill>
              </a:defRPr>
            </a:pPr>
            <a:r>
              <a:t>• Красный случай ждёт только сотрудника; решение письмом приходит водителю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7947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F4F1EA"/>
                </a:solidFill>
              </a:defRPr>
            </a:pPr>
            <a:r>
              <a:t>• Сотрудник — только десктоп-панель: досье, 2 кнопки, страховой пакет с sha256-цепочкой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4805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F4F1EA"/>
                </a:solidFill>
              </a:defRPr>
            </a:pPr>
            <a:r>
              <a:t>• ЖИВОЕ ДЕМО: SOS → фото → разбор ИИ → вердикт (MVP: Android, API, EXE, 45 тестов)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09360"/>
            <a:ext cx="10881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B968C"/>
                </a:solidFill>
              </a:defRPr>
            </a:pPr>
            <a:r>
              <a:t>Критерий: инновационность — 20 б.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57200"/>
            <a:ext cx="822960" cy="64008"/>
          </a:xfrm>
          <a:prstGeom prst="rect">
            <a:avLst/>
          </a:prstGeom>
          <a:solidFill>
            <a:srgbClr val="F5A5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332720" y="320040"/>
            <a:ext cx="1188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5A524"/>
                </a:solidFill>
              </a:defRPr>
            </a:pPr>
            <a:r>
              <a:t>~1:00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4F1EA"/>
                </a:solidFill>
              </a:defRPr>
            </a:pPr>
            <a:r>
              <a:t>Технологии Huawei — план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031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F4F1EA"/>
                </a:solidFill>
              </a:defRPr>
            </a:pPr>
            <a:r>
              <a:t>• СЕЙЧАС: свой стек (FastAPI + SQLite/MongoDB) — работает офлайн от вендора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889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F4F1EA"/>
                </a:solidFill>
              </a:defRPr>
            </a:pPr>
            <a:r>
              <a:t>• ПЛАН: HMS Push Kit — пуши о вердикте вместо polling; Map Kit — карта ДТП и GPS-координаты уже собираем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7947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F4F1EA"/>
                </a:solidFill>
              </a:defRPr>
            </a:pPr>
            <a:r>
              <a:t>• ПЛАН: AppGallery — дистрибуция APK; Huawei Cloud — хостинг API и MongoDB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4805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F4F1EA"/>
                </a:solidFill>
              </a:defRPr>
            </a:pPr>
            <a:r>
              <a:t>• Реализуемо за недели: push-интерфейс уже абстрагирован (сервис push.py + SW)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09360"/>
            <a:ext cx="10881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B968C"/>
                </a:solidFill>
              </a:defRPr>
            </a:pPr>
            <a:r>
              <a:t>Критерий: технологии Huawei и реализуемость — 20 б.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57200"/>
            <a:ext cx="822960" cy="64008"/>
          </a:xfrm>
          <a:prstGeom prst="rect">
            <a:avLst/>
          </a:prstGeom>
          <a:solidFill>
            <a:srgbClr val="F5A5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332720" y="320040"/>
            <a:ext cx="1188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5A524"/>
                </a:solidFill>
              </a:defRPr>
            </a:pPr>
            <a:r>
              <a:t>~0:40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4F1EA"/>
                </a:solidFill>
              </a:defRPr>
            </a:pPr>
            <a:r>
              <a:t>Эффект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F4F1EA"/>
                </a:solidFill>
              </a:defRPr>
            </a:pPr>
            <a:r>
              <a:t>• Метрика: время до освобождения полосы (считаем cleared_lane_at уже сейчас)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803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F4F1EA"/>
                </a:solidFill>
              </a:defRPr>
            </a:pPr>
            <a:r>
              <a:t>• Пилот: ГАИ/страховая одного района → вся страна (B2G-масштабирование)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5661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F4F1EA"/>
                </a:solidFill>
              </a:defRPr>
            </a:pPr>
            <a:r>
              <a:t>• Пользователи: водители, сотрудники ДПС, страховщики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09360"/>
            <a:ext cx="10881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B968C"/>
                </a:solidFill>
              </a:defRPr>
            </a:pPr>
            <a:r>
              <a:t>Критерий: эффект и масштабируемость — 15 б.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57200"/>
            <a:ext cx="822960" cy="64008"/>
          </a:xfrm>
          <a:prstGeom prst="rect">
            <a:avLst/>
          </a:prstGeom>
          <a:solidFill>
            <a:srgbClr val="F5A5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332720" y="320040"/>
            <a:ext cx="1188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5A524"/>
                </a:solidFill>
              </a:defRPr>
            </a:pPr>
            <a:r>
              <a:t>~0:20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4F1EA"/>
                </a:solidFill>
              </a:defRPr>
            </a:pPr>
            <a:r>
              <a:t>Дальше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860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300">
                <a:solidFill>
                  <a:srgbClr val="F4F1EA"/>
                </a:solidFill>
              </a:defRPr>
            </a:pPr>
            <a:r>
              <a:t>• Пилот с университетом/страховой, OCR номеров, оценка ущерба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718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300">
                <a:solidFill>
                  <a:srgbClr val="F4F1EA"/>
                </a:solidFill>
              </a:defRPr>
            </a:pPr>
            <a:r>
              <a:t>• Нужно от менторов: доступ к экспертизе ГАИ/страховых + грант на пилот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09360"/>
            <a:ext cx="10881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B968C"/>
                </a:solidFill>
              </a:defRPr>
            </a:pPr>
            <a:r>
              <a:t>TUIT x Huawei ICT Ideathon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57200"/>
            <a:ext cx="822960" cy="64008"/>
          </a:xfrm>
          <a:prstGeom prst="rect">
            <a:avLst/>
          </a:prstGeom>
          <a:solidFill>
            <a:srgbClr val="F5A5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332720" y="320040"/>
            <a:ext cx="1188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5A524"/>
                </a:solidFill>
              </a:defRPr>
            </a:pPr>
            <a:r>
              <a:t>Вопросы — 2:00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F4F1EA"/>
                </a:solidFill>
              </a:defRPr>
            </a:pPr>
            <a:r>
              <a:t>Спасибо!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860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400">
                <a:solidFill>
                  <a:srgbClr val="9B968C"/>
                </a:solidFill>
              </a:defRPr>
            </a:pPr>
            <a:r>
              <a:t>Yo‘lGuard AI — спокойствие на дороге.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718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400">
                <a:solidFill>
                  <a:srgbClr val="9B968C"/>
                </a:solidFill>
              </a:defRPr>
            </a:pPr>
            <a:r>
              <a:t>Контакты: [телефон / Telegram]  •  Демо и код: github.com/shokhruh123/yolguard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09360"/>
            <a:ext cx="10881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B968C"/>
                </a:solidFill>
              </a:defRPr>
            </a:pPr>
            <a:r>
              <a:t>Критерий: вопросы — понимание идеи — 10 б.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